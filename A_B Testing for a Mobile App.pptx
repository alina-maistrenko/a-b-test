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2" Type="http://schemas.openxmlformats.org/officeDocument/2006/relationships/font" Target="fonts/Raleway-boldItalic.fntdata"/><Relationship Id="rId9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cb8e9835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cb8e9835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2dd47719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2dd47719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311700" y="462550"/>
            <a:ext cx="8520600" cy="62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CA" sz="3000"/>
              <a:t>Description of A/B Testing for a Mobile </a:t>
            </a:r>
            <a:r>
              <a:rPr lang="en-CA"/>
              <a:t>App</a:t>
            </a:r>
            <a:endParaRPr sz="3000"/>
          </a:p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11700" y="1284600"/>
            <a:ext cx="8520600" cy="3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 Subject: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weekly premium subscription screen.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Groups:</a:t>
            </a:r>
            <a:endParaRPr b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(control):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Existing screen offering a weekly subscription for $4.99.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 (test):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Redesigned screen also offering a weekly subscription for $4.99, but presented as a 50% discount.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increase the conversion rate to subscription.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Duration: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22 days (03.07. 2023 - 25.07.2023).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Confidence Level: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0.05 (the maximum probability of rejecting the null hypothesis when it is true).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Hypotheses:</a:t>
            </a:r>
            <a:endParaRPr b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H0: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new design has no effect on subscription conversion.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H1: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new design has an effect on subscription conversion.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132100" y="154375"/>
            <a:ext cx="8894100" cy="62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CA"/>
              <a:t>Results of A/B testing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32100" y="863550"/>
            <a:ext cx="8520600" cy="40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of users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group A - 10013    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      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group B - 9985	</a:t>
            </a:r>
            <a:endParaRPr b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of conversions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group A - 611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      in group B - 889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Conversion rate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group A - 0.06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group B - 0.09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Start date test</a:t>
            </a:r>
            <a:r>
              <a:rPr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- 2023-07-03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End date test</a:t>
            </a:r>
            <a:r>
              <a:rPr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- 2023-07-25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Test duration</a:t>
            </a:r>
            <a:r>
              <a:rPr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- 23 days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t-statistic</a:t>
            </a:r>
            <a:r>
              <a:rPr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: -7.53, </a:t>
            </a:r>
            <a:r>
              <a:rPr b="1"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p-value</a:t>
            </a:r>
            <a:r>
              <a:rPr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: 0.0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 difference is statistically 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significant, Null Hypothesis is 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rejected.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0575" y="863550"/>
            <a:ext cx="5053926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1550" y="1901825"/>
            <a:ext cx="1894500" cy="317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6950" y="1901825"/>
            <a:ext cx="4224802" cy="31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46950" y="136775"/>
            <a:ext cx="8520600" cy="62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highlight>
                  <a:schemeClr val="lt1"/>
                </a:highlight>
              </a:rPr>
              <a:t>Conclusions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842100"/>
            <a:ext cx="8556000" cy="17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Showing the weekly subscription as a 50% discount made more people subscribe.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difference between the old screen and the new screen is statistically significant. This means the discount message likely caused the increase in subscriptions.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"Daily conversion change" graph shows a big increase in sign-ups for group B at the end of the test. This might be from a special event or promotion.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subscription rate went up from 6% to 9%. This is a good improvement.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3399650"/>
            <a:ext cx="8520600" cy="16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will use the new subscription screen with the 50% discount message for everyone.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will look into why the B group  had a big increase in sign-ups at the end of the test.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346950" y="2674225"/>
            <a:ext cx="8520600" cy="62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 sz="3000"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Decision</a:t>
            </a:r>
            <a:endParaRPr b="1" sz="3000"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